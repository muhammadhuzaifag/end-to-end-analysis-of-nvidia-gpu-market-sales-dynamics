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FC6DBD4-9ECC-46A7-AB71-1B7CC26E0080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Nvidia GPU Market Sales Dynamics #sales #Nvidia #GPU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3B957B5C-8121-4FA6-BC89-61519AD19DE5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8/18/2026 10:21:43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B880A602-50BD-4AF9-A89B-B7E7467F7B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33375"/>
            <a:ext cx="11430000" cy="61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2026-08-19T05:21:43Z</dcterms:created>
  <dcterms:modified xsi:type="dcterms:W3CDTF">2026-08-19T05:21:43Z</dcterms:modified>
</cp:coreProperties>
</file>